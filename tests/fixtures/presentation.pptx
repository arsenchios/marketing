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1887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Проверка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1887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Второй слайд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